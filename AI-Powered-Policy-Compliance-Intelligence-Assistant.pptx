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Mona Sans SemiBold"/>
      <p:regular r:id="rId16"/>
    </p:embeddedFont>
    <p:embeddedFont>
      <p:font typeface="Mona Sans Bold"/>
      <p:regular r:id="rId17"/>
    </p:embeddedFont>
    <p:embeddedFont>
      <p:font typeface="Funnel Sans"/>
      <p:regular r:id="rId18"/>
    </p:embeddedFont>
    <p:embeddedFont>
      <p:font typeface="Funnel Sans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0976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Policy Compliance Intelligence Assistant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922538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Enterprise AI System for Policy Retrieval, Risk Analysis &amp; Compliance Guidance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BCD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Sayar Chakraborty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451254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High-Level System Architecture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795114"/>
            <a:ext cx="6553200" cy="36576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9" y="795114"/>
            <a:ext cx="6553200" cy="3657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3759" y="4542383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data flow from user-facing frontend through agentic AI orchestration to persistent infrastructure — designed for modularity, auditability, and enterprise-scale compliance workloads.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8046"/>
            <a:ext cx="477262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Low Level Architecture Diagram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850999"/>
            <a:ext cx="6163121" cy="3974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31589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Workflow 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671066"/>
            <a:ext cx="227729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Agent Orchestration Workflow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517" y="931813"/>
            <a:ext cx="6258818" cy="331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1867" y="3301087"/>
            <a:ext cx="1547492" cy="19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User Query Input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99023" y="3549545"/>
            <a:ext cx="1657536" cy="26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Submit query with guardrails and validation.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246626" y="1365433"/>
            <a:ext cx="1547491" cy="19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Retrieval Agent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93782" y="1613891"/>
            <a:ext cx="1657535" cy="26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Multi-agent retrieval and risk assessment.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07762" y="1171996"/>
            <a:ext cx="1657535" cy="386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7762" y="1613891"/>
            <a:ext cx="1657535" cy="26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Rank results and synthesize with LLM.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92369" y="3301194"/>
            <a:ext cx="2112157" cy="19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Explainable Response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2369" y="3549653"/>
            <a:ext cx="1657535" cy="263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Produce final audited, explainable reply.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029" y="4325689"/>
            <a:ext cx="6877869" cy="48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query passes through structured guardrails, multi-agent retrieval, and risk assessment before a grounded, explainable response is synthesized — ensuring full auditability at each step.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5459"/>
            <a:ext cx="3574405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RAG Retrieval Pipeline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882551"/>
            <a:ext cx="7947794" cy="3486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6707" y="3096788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Embed &amp; Index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06707" y="3588114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Generate embeddings and build vector index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22603" y="3096788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Grounded Response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22603" y="3588114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Compose answer with citations and audit trail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0817" y="1195890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Ingest &amp; Chunk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0817" y="1687215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Collect documents and split into chunks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41419" y="1195890"/>
            <a:ext cx="1201191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Search &amp; Rerank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41419" y="1687215"/>
            <a:ext cx="1201191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Hybrid retrieval and result reranking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066" y="447407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Documents are chunked, embedded, and indexed for hybrid semantic-plus-lexical search. Reranking ensures the most relevant evidence is surfaced and cited in every AI-generated response.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0373"/>
            <a:ext cx="49522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Engineering Decisions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26877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00BCD4"/>
          </a:solidFill>
          <a:ln w="4763">
            <a:solidFill>
              <a:srgbClr val="00A2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4733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Hybrid Search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77991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Semantic + lexical retrieval for precision and recall across diverse policy 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326877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00BCD4"/>
          </a:solidFill>
          <a:ln w="4763">
            <a:solidFill>
              <a:srgbClr val="00A2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473398"/>
            <a:ext cx="22028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LangGraph Orchestration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77991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Graph-based agent workflows with explicit state management and full traceability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521818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00BCD4"/>
          </a:solidFill>
          <a:ln w="4763">
            <a:solidFill>
              <a:srgbClr val="00A2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668339"/>
            <a:ext cx="2263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Deterministic Risk Scoring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974851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Rule-based, auditable scoring — not probabilistic black-box inference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521818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00BCD4"/>
          </a:solidFill>
          <a:ln w="4763">
            <a:solidFill>
              <a:srgbClr val="00A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668339"/>
            <a:ext cx="20266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Local-First 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974851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On-premise capable with pluggable LLM provider abstraction for flexibility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716759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00BCD4"/>
          </a:solidFill>
          <a:ln w="4763">
            <a:solidFill>
              <a:srgbClr val="00A2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8632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Guardrail Security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4169792"/>
            <a:ext cx="7858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Input validation, output filtering at every layer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40967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Risk Scoring &amp; Security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339727"/>
            <a:ext cx="211127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Compliance Risk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606204"/>
            <a:ext cx="3759622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00BCD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Keyword taxonomy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mapped to regulatory clauses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00BCD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Evidence boosting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high-confidence policy matches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Three-tier risk levels: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LOW · MEDIUM · HIGH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Fully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explainable scoring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 source citations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90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Technology Stack 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8785"/>
            <a:ext cx="26784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Current Technology Stack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0284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635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7005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· TypeScript · Vite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0284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635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7005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FastAPI · Python 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80383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6410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/ Retrieval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394759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LangGraph · OpenRouter · Weaviate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8038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6410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Databases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394759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MongoDB · Neo4j · Redis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19015"/>
            <a:ext cx="51799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496119" y="2978423"/>
            <a:ext cx="4722763" cy="10567"/>
          </a:xfrm>
          <a:prstGeom prst="rect">
            <a:avLst/>
          </a:prstGeom>
          <a:solidFill>
            <a:srgbClr val="8F8F8F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2026-05-24T02:59:10Z</dcterms:created>
  <dcterms:modified xsi:type="dcterms:W3CDTF">2026-05-24T02:59:10Z</dcterms:modified>
</cp:coreProperties>
</file>